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3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430"/>
                </a:solidFill>
                <a:latin typeface="Arial"/>
              </a:rPr>
              <a:t>Scoring rubric (out of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 (points)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Contact
Info</c:v>
                  </c:pt>
                  <c:pt idx="1">
                    <c:v>Skills</c:v>
                  </c:pt>
                  <c:pt idx="2">
                    <c:v>Education</c:v>
                  </c:pt>
                  <c:pt idx="3">
                    <c:v>Projects</c:v>
                  </c:pt>
                  <c:pt idx="4">
                    <c:v>Structure</c:v>
                  </c:pt>
                  <c:pt idx="5">
                    <c:v>Complete-
ness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20</c:v>
                </c:pt>
                <c:pt idx="2">
                  <c:v>15</c:v>
                </c:pt>
                <c:pt idx="3">
                  <c:v>20</c:v>
                </c:pt>
                <c:pt idx="4">
                  <c:v>15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Resume</c:v>
                  </c:pt>
                  <c:pt idx="1">
                    <c:v>ATS</c:v>
                  </c:pt>
                  <c:pt idx="2">
                    <c:v>Impact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</c:v>
                </c:pt>
                <c:pt idx="1">
                  <c:v>42</c:v>
                </c:pt>
                <c:pt idx="2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63080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3657600" cy="3657600"/>
          </a:xfrm>
          <a:prstGeom prst="ellipse">
            <a:avLst/>
          </a:prstGeom>
          <a:solidFill>
            <a:srgbClr val="2630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RESUMEIQ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ResumeIQ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Resume Analyzer built on explainable, rule-based NLP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|  [Your Name]  |  [Course / Institution]  |  [Date]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Resumes get filtered before a human ever reads them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9339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ATS filtering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39572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can't tell whether their resume will even reach a recruiter's screen.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657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5643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feedback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85876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reviewers say "make it stronger" without saying which bullet, or why.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5120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91947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AI tools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532180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LLM-based reviewers can't explain their scoring, making the feedback hard to trust or act on.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required capabilities, one dashboard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29968" cy="3291840"/>
          </a:xfrm>
          <a:prstGeom prst="roundRect">
            <a:avLst>
              <a:gd name="adj" fmla="val 3604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9304" y="24231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9304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Parse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886200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PDF/DOCX text extraction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07208" y="2103120"/>
            <a:ext cx="2029968" cy="3291840"/>
          </a:xfrm>
          <a:prstGeom prst="roundRect">
            <a:avLst>
              <a:gd name="adj" fmla="val 3604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24231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47872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/100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886200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skills, education, projects, contact, completeness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65776" y="2103120"/>
            <a:ext cx="2029968" cy="3291840"/>
          </a:xfrm>
          <a:prstGeom prst="roundRect">
            <a:avLst>
              <a:gd name="adj" fmla="val 3604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24231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064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Keyword Check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886200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 gap analysis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24344" y="2103120"/>
            <a:ext cx="2029968" cy="3291840"/>
          </a:xfrm>
          <a:prstGeom prst="roundRect">
            <a:avLst>
              <a:gd name="adj" fmla="val 3604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65008" y="24231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65008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Feedback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886200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 suggestions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82912" y="2103120"/>
            <a:ext cx="2029968" cy="3291840"/>
          </a:xfrm>
          <a:prstGeom prst="roundRect">
            <a:avLst>
              <a:gd name="adj" fmla="val 3604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23576" y="242316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323576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886200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page, everything visible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flow: thin routes, testable services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810512" cy="1463040"/>
          </a:xfrm>
          <a:prstGeom prst="roundRect">
            <a:avLst>
              <a:gd name="adj" fmla="val 5000"/>
            </a:avLst>
          </a:prstGeom>
          <a:solidFill>
            <a:srgbClr val="EEF1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246888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2359152" y="23774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862072" y="2377440"/>
            <a:ext cx="1810512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935224" y="246888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parser.py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text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72584" y="23774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175504" y="2377440"/>
            <a:ext cx="1810512" cy="1463040"/>
          </a:xfrm>
          <a:prstGeom prst="roundRect">
            <a:avLst>
              <a:gd name="adj" fmla="val 5000"/>
            </a:avLst>
          </a:prstGeom>
          <a:solidFill>
            <a:srgbClr val="EEF1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48656" y="246888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scorer.py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ats_matcher.py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impact_score.py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86016" y="23774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488936" y="2377440"/>
            <a:ext cx="1810512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62088" y="246888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feedback.py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299448" y="2377440"/>
            <a:ext cx="502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02368" y="2377440"/>
            <a:ext cx="1810512" cy="1463040"/>
          </a:xfrm>
          <a:prstGeom prst="roundRect">
            <a:avLst>
              <a:gd name="adj" fmla="val 5000"/>
            </a:avLst>
          </a:prstGeom>
          <a:solidFill>
            <a:srgbClr val="EEF1FB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875520" y="2468880"/>
            <a:ext cx="1664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(cached)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80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scoring algorithm lives in a framework-free service module (app/services/) so it can be unit-tested without a running Flask app or browser. Routes only validate input, call services, and render.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NLP, not deep learning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215798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3347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(app factory)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71850" y="201168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36442" y="215798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536442" y="263347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(en_core_web_sm) + regex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5060" y="201168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9652" y="215798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359652" y="263347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rapidfuzz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18270" y="201168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82862" y="215798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182862" y="263347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Flask-SQLAlchemy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3232" y="384962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32511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+ Tailwind + Chart.js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71850" y="370332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536442" y="384962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3536442" y="432511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 --  74 tests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5060" y="370332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59652" y="3849624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359652" y="4325112"/>
            <a:ext cx="2265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(gunicorn)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018270" y="3703320"/>
            <a:ext cx="2594610" cy="146304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182862" y="3849624"/>
            <a:ext cx="226542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calls, no embeddings, no deep learning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4617720"/>
            <a:ext cx="2265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traces to an explicit rule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Score Analyzer  --  six weighted categories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920240"/>
            <a:ext cx="320040" cy="3200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18470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detected via short, keyword-matching header lines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543800" y="2880360"/>
            <a:ext cx="320040" cy="3200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43800" y="2880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28072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false positives from a bullet that just mentions "skills"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543800" y="3840480"/>
            <a:ext cx="320040" cy="3200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543800" y="3840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376732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gets a bonus for a detected degree or graduation year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543800" y="4800600"/>
            <a:ext cx="320040" cy="3200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543800" y="4800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7274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rewards bullet usage + resume length in a healthy range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ATS Keyword Checker  --  role-aware gap analysis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Developer  --  Must-Have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JavaScript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REST API (synonym)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HTML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434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CSS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Responsive Design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Score: 42 / 100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score formula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x must-have match rate  +  30% x nice-to-have match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Word-boundary regex matching  --  "SQL" must not match inside "MySQL".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572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resume scores 28/100 as "AI Engineer" but 42/100 as "Cloud Engineer"  --  proof it's actually role-sensitive, not just a generic tech-word counter.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Score  --  bullet-level NLP analysis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95681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Strength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95681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lemma vs. curated strong/weak lexicon, with a suffix-normalization fallback for mis-tagged fragments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875520" y="1956816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319125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Quantification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9125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for %, $, multipliers, or a number next to a metric word ("4 engineers")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191256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44256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Voice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442569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dependency parse  --  checks for nsubjpass / auxpass labels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0" y="4425696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4406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55778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"Led a team of 4 engineers to redesign the checkout flow, increasing conversion by 18%"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5577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verb ✓ metric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Fuzzy &amp; synonym-aware ATS matching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 →  synonym map  →  rapidfuzz typo match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594610" cy="1737360"/>
          </a:xfrm>
          <a:prstGeom prst="roundRect">
            <a:avLst>
              <a:gd name="adj" fmla="val 4211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2594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8328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40480"/>
            <a:ext cx="2594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1850" y="2468880"/>
            <a:ext cx="2594610" cy="1737360"/>
          </a:xfrm>
          <a:prstGeom prst="roundRect">
            <a:avLst>
              <a:gd name="adj" fmla="val 4211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71850" y="265176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71850" y="3063240"/>
            <a:ext cx="2594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371850" y="338328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371850" y="3840480"/>
            <a:ext cx="2594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5060" y="2468880"/>
            <a:ext cx="2594610" cy="1737360"/>
          </a:xfrm>
          <a:prstGeom prst="roundRect">
            <a:avLst>
              <a:gd name="adj" fmla="val 4211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195060" y="265176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95060" y="3063240"/>
            <a:ext cx="2594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195060" y="338328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195060" y="3840480"/>
            <a:ext cx="2594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18270" y="2468880"/>
            <a:ext cx="2594610" cy="1737360"/>
          </a:xfrm>
          <a:prstGeom prst="roundRect">
            <a:avLst>
              <a:gd name="adj" fmla="val 4211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018270" y="265176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18270" y="3063240"/>
            <a:ext cx="2594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018270" y="3383280"/>
            <a:ext cx="259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018270" y="3840480"/>
            <a:ext cx="2594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(typo)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68680" y="47548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empirically, not guessed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51663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rapidfuzz scores "python" vs. "cython" and "python" vs. "pyhton" (a real typo) identically at 83.3. A looser threshold would credit a resume that only mentions Cython with knowing Python  --  so the threshold (90) and a token-length filter were chosen specifically to avoid that false positive, at the cost of some short-word typo recall.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dashboard: score, ATS, impact, feedback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950720" cy="1554480"/>
          </a:xfrm>
          <a:prstGeom prst="roundRect">
            <a:avLst>
              <a:gd name="adj" fmla="val 4706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95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195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Score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73680" y="1828800"/>
            <a:ext cx="1950720" cy="1554480"/>
          </a:xfrm>
          <a:prstGeom prst="roundRect">
            <a:avLst>
              <a:gd name="adj" fmla="val 4706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73680" y="1920240"/>
            <a:ext cx="195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773680" y="2834640"/>
            <a:ext cx="195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Score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98720" y="1828800"/>
            <a:ext cx="1950720" cy="1554480"/>
          </a:xfrm>
          <a:prstGeom prst="roundRect">
            <a:avLst>
              <a:gd name="adj" fmla="val 4706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998720" y="1920240"/>
            <a:ext cx="195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998720" y="2834640"/>
            <a:ext cx="195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Score</a:t>
            </a:r>
            <a:endParaRPr lang="en-US" sz="11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48640" y="3611880"/>
          <a:ext cx="64008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7223760" y="1828800"/>
            <a:ext cx="438912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49808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Feedback (sample)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28529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missing must-have keywords: HTML, CSS, Responsive Design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3657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39502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bullets use weak phrasing  --  replace with strong verbs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4754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0474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of 7 bullets have no quantified metric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tests  --  plus bugs only manual testing caught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tests alone weren't trusted. Every feature was exercised live, which surfaced real issues: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404872"/>
            <a:ext cx="365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38658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mis-tags "Optimized" as an adjective in a subject-less bullet, missing the verb lexicon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238658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Suffix-normalization fallback + regression test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365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5643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"Was responsible for X" not flagged weak  --  phrase check only matched the literal start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345643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Strip leading was/were/is/are before the check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71416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544568"/>
            <a:ext cx="365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"latest" CDN link served an ES-module build that throws in a &lt;script&gt; tag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4526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Fetched &amp; read the file directly; pinned the UMD build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554126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7F8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5614416"/>
            <a:ext cx="365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9612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corrupt PDF/DOCX crashed the request and orphaned the file on disk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5596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7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try/except at the parser boundary → friendly error + cleanup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  --  documented, not hidden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5760" cy="3657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5564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Passive-voice detection only catches "was/were + past participle"  --  reduced passives ("Errors reduced by 30%") go undetected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365760" cy="3657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2432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Fuzzy-match threshold trades some short-word typo recall for precision (avoids crediting Cython as Python)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5760" cy="3657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9300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extraction is marker-based (-, *, -); a resume with no bullet markers yields no impact score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365760" cy="3657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6168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persistent disk on Render's free tier  --  uploads reset on redeploy / spin-down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55321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Render (Blueprint) → GitHub auto-deploy → gunicorn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8978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to main redeploys automatically; spaCy model downloaded during the build step.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63080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2630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00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what your resume is missing.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resumeiq-s3xc.onrender.com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github.com/AdityaParthasarathy/resumeiq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217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2026-09-11T15:05:06Z</dcterms:created>
  <dcterms:modified xsi:type="dcterms:W3CDTF">2026-09-11T15:05:06Z</dcterms:modified>
</cp:coreProperties>
</file>